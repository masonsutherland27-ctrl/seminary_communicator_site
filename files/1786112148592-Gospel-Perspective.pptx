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rixton" charset="1" panose="00000000000000000000"/>
      <p:regular r:id="rId18"/>
    </p:embeddedFont>
    <p:embeddedFont>
      <p:font typeface="Open Sans Bold" charset="1" panose="00000000000000000000"/>
      <p:regular r:id="rId19"/>
    </p:embeddedFont>
    <p:embeddedFont>
      <p:font typeface="Open Sans Semi-Bold" charset="1" panose="00000000000000000000"/>
      <p:regular r:id="rId20"/>
    </p:embeddedFont>
    <p:embeddedFont>
      <p:font typeface="Open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https://www.youtube.com/watch?v=AdaDtrcN3-4" TargetMode="External" Type="http://schemas.openxmlformats.org/officeDocument/2006/relationships/video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pic>
        <p:nvPicPr>
          <p:cNvPr name="Picture 3" id="3"/>
          <p:cNvPicPr>
            <a:picLocks noChangeAspect="true"/>
          </p:cNvPicPr>
          <p:nvPr>
            <a:videoFile r:link="rId4"/>
          </p:nvPr>
        </p:nvPicPr>
        <p:blipFill>
          <a:blip r:embed="rId3"/>
          <a:stretch>
            <a:fillRect/>
          </a:stretch>
        </p:blipFill>
        <p:spPr>
          <a:xfrm rot="0">
            <a:off x="0" y="4015"/>
            <a:ext cx="18295144" cy="102829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8416" y="3861435"/>
            <a:ext cx="13431169" cy="284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Who are you?</a:t>
            </a:r>
          </a:p>
          <a:p>
            <a:pPr algn="ctr">
              <a:lnSpc>
                <a:spcPts val="5459"/>
              </a:lnSpc>
            </a:pPr>
          </a:p>
          <a:p>
            <a:pPr algn="ctr">
              <a:lnSpc>
                <a:spcPts val="5459"/>
              </a:lnSpc>
            </a:pPr>
          </a:p>
          <a:p>
            <a:pPr algn="ctr">
              <a:lnSpc>
                <a:spcPts val="5459"/>
              </a:lnSpc>
            </a:pP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How would you define yourself?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739605"/>
            <a:ext cx="14451152" cy="5516020"/>
            <a:chOff x="0" y="0"/>
            <a:chExt cx="19268203" cy="735469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2701345" y="541854"/>
              <a:ext cx="11696970" cy="3374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189"/>
                </a:lnSpc>
              </a:pPr>
              <a:r>
                <a:rPr lang="en-US" sz="17444" spc="-1221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081267"/>
              <a:ext cx="19268203" cy="3273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5600"/>
                </a:lnSpc>
              </a:pPr>
              <a:r>
                <a:rPr lang="en-US" sz="20000" spc="-140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858085" y="47625"/>
              <a:ext cx="4933768" cy="793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4"/>
                </a:lnSpc>
              </a:pPr>
              <a:r>
                <a:rPr lang="en-US" b="true" sz="4158" spc="-4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218689" y="2917570"/>
              <a:ext cx="11955623" cy="7938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4"/>
                </a:lnSpc>
              </a:pPr>
              <a:r>
                <a:rPr lang="en-US" b="true" sz="4158" spc="-4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68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71826"/>
            <a:ext cx="10865648" cy="2228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4"/>
              </a:lnSpc>
            </a:pPr>
            <a:r>
              <a:rPr lang="en-US" sz="4557" spc="-182" b="true">
                <a:solidFill>
                  <a:srgbClr val="D9D9D9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Th</a:t>
            </a:r>
            <a:r>
              <a:rPr lang="en-US" b="true" sz="4557" spc="-182">
                <a:solidFill>
                  <a:srgbClr val="D9D9D9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is means that anyone who belongs to Christ has become a new person. The old life is gone; a new life has begun!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349458"/>
            <a:ext cx="4130240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b="true" sz="3999" spc="-39">
                <a:solidFill>
                  <a:srgbClr val="E2A9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 COR. 5:17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68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72672" y="1475766"/>
            <a:ext cx="11586628" cy="700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5"/>
              </a:lnSpc>
            </a:pP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“One of the traged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ies of our life is that we keep forgetting who we are and waste a lot of time and energy to prove what doesn't need to be proved.”</a:t>
            </a:r>
          </a:p>
          <a:p>
            <a:pPr algn="ctr">
              <a:lnSpc>
                <a:spcPts val="5065"/>
              </a:lnSpc>
            </a:pPr>
          </a:p>
          <a:p>
            <a:pPr algn="ctr">
              <a:lnSpc>
                <a:spcPts val="5065"/>
              </a:lnSpc>
            </a:pP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“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We are God’s beloved daughters and sons, not because we have proven ourselves worthy of God’s love, but because God freely chose us.”</a:t>
            </a:r>
          </a:p>
          <a:p>
            <a:pPr algn="ctr">
              <a:lnSpc>
                <a:spcPts val="5065"/>
              </a:lnSpc>
            </a:pPr>
          </a:p>
          <a:p>
            <a:pPr algn="ctr">
              <a:lnSpc>
                <a:spcPts val="5065"/>
              </a:lnSpc>
            </a:pPr>
            <a:r>
              <a:rPr lang="en-US" b="true" sz="3896" spc="-155">
                <a:solidFill>
                  <a:srgbClr val="D9D9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-Here and Now</a:t>
            </a:r>
          </a:p>
          <a:p>
            <a:pPr algn="ctr">
              <a:lnSpc>
                <a:spcPts val="5065"/>
              </a:lnSpc>
            </a:pPr>
            <a:r>
              <a:rPr lang="en-US" b="true" sz="3896" spc="-155">
                <a:solidFill>
                  <a:srgbClr val="D9D9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Henri Nouwen</a:t>
            </a:r>
          </a:p>
          <a:p>
            <a:pPr algn="ctr">
              <a:lnSpc>
                <a:spcPts val="506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63561" y="1802699"/>
            <a:ext cx="4222773" cy="6681602"/>
          </a:xfrm>
          <a:custGeom>
            <a:avLst/>
            <a:gdLst/>
            <a:ahLst/>
            <a:cxnLst/>
            <a:rect r="r" b="b" t="t" l="l"/>
            <a:pathLst>
              <a:path h="6681602" w="4222773">
                <a:moveTo>
                  <a:pt x="0" y="0"/>
                </a:moveTo>
                <a:lnTo>
                  <a:pt x="4222773" y="0"/>
                </a:lnTo>
                <a:lnTo>
                  <a:pt x="4222773" y="6681602"/>
                </a:lnTo>
                <a:lnTo>
                  <a:pt x="0" y="6681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8416" y="4360545"/>
            <a:ext cx="13431169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What is our identity </a:t>
            </a:r>
            <a:r>
              <a:rPr lang="en-US" sz="6999" spc="-426" u="sng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NOT</a:t>
            </a: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 tied to?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8416" y="2281471"/>
            <a:ext cx="13431169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What is your identity </a:t>
            </a:r>
            <a:r>
              <a:rPr lang="en-US" sz="6999" spc="-426" u="sng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NOT</a:t>
            </a: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 tied to?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33208" y="3715270"/>
            <a:ext cx="10865648" cy="370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3913" indent="-491956" lvl="1">
              <a:lnSpc>
                <a:spcPts val="5924"/>
              </a:lnSpc>
              <a:buFont typeface="Arial"/>
              <a:buChar char="•"/>
            </a:pPr>
            <a:r>
              <a:rPr lang="en-US" sz="4557" spc="-182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What others think about you</a:t>
            </a:r>
          </a:p>
          <a:p>
            <a:pPr algn="l" marL="983913" indent="-491956" lvl="1">
              <a:lnSpc>
                <a:spcPts val="5924"/>
              </a:lnSpc>
              <a:buFont typeface="Arial"/>
              <a:buChar char="•"/>
            </a:pPr>
            <a:r>
              <a:rPr lang="en-US" sz="4557" spc="-182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Your past</a:t>
            </a:r>
          </a:p>
          <a:p>
            <a:pPr algn="l" marL="983913" indent="-491956" lvl="1">
              <a:lnSpc>
                <a:spcPts val="5924"/>
              </a:lnSpc>
              <a:buFont typeface="Arial"/>
              <a:buChar char="•"/>
            </a:pPr>
            <a:r>
              <a:rPr lang="en-US" sz="4557" spc="-182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What you did</a:t>
            </a:r>
          </a:p>
          <a:p>
            <a:pPr algn="l" marL="983913" indent="-491956" lvl="1">
              <a:lnSpc>
                <a:spcPts val="5924"/>
              </a:lnSpc>
              <a:buFont typeface="Arial"/>
              <a:buChar char="•"/>
            </a:pPr>
            <a:r>
              <a:rPr lang="en-US" sz="4557" spc="-182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Best successes</a:t>
            </a:r>
          </a:p>
          <a:p>
            <a:pPr algn="l" marL="983913" indent="-491956" lvl="1">
              <a:lnSpc>
                <a:spcPts val="5924"/>
              </a:lnSpc>
              <a:buFont typeface="Arial"/>
              <a:buChar char="•"/>
            </a:pPr>
            <a:r>
              <a:rPr lang="en-US" sz="4557" spc="-182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Worst failures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8416" y="3572477"/>
            <a:ext cx="13431169" cy="2840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We are not who others think we are or even who we think we are.</a:t>
            </a:r>
          </a:p>
          <a:p>
            <a:pPr algn="ctr">
              <a:lnSpc>
                <a:spcPts val="5459"/>
              </a:lnSpc>
            </a:pPr>
          </a:p>
          <a:p>
            <a:pPr algn="ctr">
              <a:lnSpc>
                <a:spcPts val="5459"/>
              </a:lnSpc>
            </a:pP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You are who God says you are.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68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6687" y="1922587"/>
            <a:ext cx="16734625" cy="74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b="true" sz="5199" spc="-51">
                <a:solidFill>
                  <a:srgbClr val="E2A9F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READ EPHESIANS 1-2 &amp; COLOSSIANS 1-2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96335"/>
            <a:ext cx="16224924" cy="278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spc="-323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Pay attention to every time it says “In Christ.””</a:t>
            </a:r>
          </a:p>
          <a:p>
            <a:pPr algn="ctr">
              <a:lnSpc>
                <a:spcPts val="7419"/>
              </a:lnSpc>
            </a:pPr>
          </a:p>
          <a:p>
            <a:pPr algn="ctr">
              <a:lnSpc>
                <a:spcPts val="7419"/>
              </a:lnSpc>
            </a:pPr>
            <a:r>
              <a:rPr lang="en-US" sz="5299" spc="-323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What do they reveal about our identity?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668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0552" y="2577445"/>
            <a:ext cx="14726896" cy="509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5"/>
              </a:lnSpc>
            </a:pP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Long be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fore any human being saw us, we are seen by God's loving eyes. Our preciousness, uniqueness, and individuality are not given to us by those who meet us in clock-time- our brief chronological existence- but by the One who has chosen us with an everlasting love, a love that existed from all et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er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nity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 and wi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ll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last thr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gh all 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ter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ity.</a:t>
            </a:r>
          </a:p>
          <a:p>
            <a:pPr algn="ctr">
              <a:lnSpc>
                <a:spcPts val="5065"/>
              </a:lnSpc>
            </a:pPr>
          </a:p>
          <a:p>
            <a:pPr algn="ctr">
              <a:lnSpc>
                <a:spcPts val="5065"/>
              </a:lnSpc>
            </a:pPr>
            <a:r>
              <a:rPr lang="en-US" sz="3896" spc="-155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b="true" sz="3896" spc="-155">
                <a:solidFill>
                  <a:srgbClr val="D9D9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Life of the Beloved</a:t>
            </a:r>
          </a:p>
          <a:p>
            <a:pPr algn="ctr">
              <a:lnSpc>
                <a:spcPts val="5065"/>
              </a:lnSpc>
            </a:pPr>
            <a:r>
              <a:rPr lang="en-US" b="true" sz="3896" spc="-155">
                <a:solidFill>
                  <a:srgbClr val="D9D9D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Henri Nouwen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80594" y="1564183"/>
            <a:ext cx="13431169" cy="8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7699" spc="-469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Who does God say you are: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38357" y="2851026"/>
            <a:ext cx="9315238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sought after (Isa. 62:12)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precious in his sight (Isa. 43:4)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new creation in Christ Jesus (2 Cor. 5:17)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not condemned (Rom. 8:1)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forgiven (Col. 1:14)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loved (1 Jn. 3:1)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accepted (Rom. 15:7)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child of God (Jn. 1:12)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Jesus' friend (Jn 15:14)</a:t>
            </a:r>
          </a:p>
          <a:p>
            <a:pPr algn="l" marL="755651" indent="-377825" lvl="1">
              <a:lnSpc>
                <a:spcPts val="4550"/>
              </a:lnSpc>
              <a:buFont typeface="Arial"/>
              <a:buChar char="•"/>
            </a:pPr>
            <a:r>
              <a:rPr lang="en-US" sz="3500" spc="-140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free (Jn. 8:36)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01202" y="2917701"/>
            <a:ext cx="7695015" cy="534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temple of God (1 Cor. 6:19)</a:t>
            </a:r>
          </a:p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treasured possession (Deut. 7:6)</a:t>
            </a:r>
          </a:p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complete in Christ (Col. 2:10)</a:t>
            </a:r>
          </a:p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chosen (Col. 3:12)</a:t>
            </a:r>
          </a:p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called (2 Tim. 1:9)</a:t>
            </a:r>
          </a:p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ambassador of the most high God (2 Cor. 5:20)</a:t>
            </a:r>
          </a:p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God's masterpiece (Eph. 2:10)</a:t>
            </a:r>
          </a:p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able to do all things through Christ who gives you strength (Phil. 4:13)</a:t>
            </a:r>
          </a:p>
          <a:p>
            <a:pPr algn="l" marL="754888" indent="-377444" lvl="1">
              <a:lnSpc>
                <a:spcPts val="3846"/>
              </a:lnSpc>
              <a:buFont typeface="Arial"/>
              <a:buChar char="•"/>
            </a:pPr>
            <a:r>
              <a:rPr lang="en-US" sz="3496" spc="-244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more than a conqueror (Rom. 8:37)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3" r="0" b="-8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28416" y="4360545"/>
            <a:ext cx="13431169" cy="78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6999" spc="-426">
                <a:solidFill>
                  <a:srgbClr val="FFFFFF"/>
                </a:solidFill>
                <a:latin typeface="Brixton"/>
                <a:ea typeface="Brixton"/>
                <a:cs typeface="Brixton"/>
                <a:sym typeface="Brixton"/>
              </a:rPr>
              <a:t>The  gospel  changes my  identity.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987326" y="8705510"/>
            <a:ext cx="2896455" cy="1105580"/>
            <a:chOff x="0" y="0"/>
            <a:chExt cx="3861940" cy="147410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541433" y="95199"/>
              <a:ext cx="2344433" cy="6897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6"/>
                </a:lnSpc>
              </a:pPr>
              <a:r>
                <a:rPr lang="en-US" sz="3496" spc="-244">
                  <a:solidFill>
                    <a:srgbClr val="FFFFFF"/>
                  </a:solidFill>
                  <a:latin typeface="Brixton"/>
                  <a:ea typeface="Brixton"/>
                  <a:cs typeface="Brixton"/>
                  <a:sym typeface="Brixton"/>
                </a:rPr>
                <a:t>Gospel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11956"/>
              <a:ext cx="3861940" cy="662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126"/>
                </a:lnSpc>
              </a:pPr>
              <a:r>
                <a:rPr lang="en-US" sz="4008" spc="-280">
                  <a:solidFill>
                    <a:srgbClr val="E2A9F1"/>
                  </a:solidFill>
                  <a:latin typeface="Brixton"/>
                  <a:ea typeface="Brixton"/>
                  <a:cs typeface="Brixton"/>
                  <a:sym typeface="Brixton"/>
                </a:rPr>
                <a:t>Identity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72417" y="0"/>
              <a:ext cx="988879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THE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6417" y="575225"/>
              <a:ext cx="2396275" cy="168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16"/>
                </a:lnSpc>
              </a:pPr>
              <a:r>
                <a:rPr lang="en-US" b="true" sz="833" spc="-8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CHANGES MY: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DAHNVbKijfE</dc:identifier>
  <dcterms:modified xsi:type="dcterms:W3CDTF">2011-08-01T06:04:30Z</dcterms:modified>
  <cp:revision>1</cp:revision>
  <dc:title>Gospel Perspective</dc:title>
</cp:coreProperties>
</file>